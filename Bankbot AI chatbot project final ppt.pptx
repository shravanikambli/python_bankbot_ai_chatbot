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8" r:id="rId10"/>
    <p:sldId id="274" r:id="rId11"/>
    <p:sldId id="275" r:id="rId12"/>
    <p:sldId id="269" r:id="rId13"/>
    <p:sldId id="271" r:id="rId14"/>
    <p:sldId id="272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9FB1-DD4A-42B5-AFB7-EFCC000DFBB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972A-50BB-46F5-8564-1C0E553D1B11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9FB1-DD4A-42B5-AFB7-EFCC000DFBB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972A-50BB-46F5-8564-1C0E553D1B11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9FB1-DD4A-42B5-AFB7-EFCC000DFBB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972A-50BB-46F5-8564-1C0E553D1B11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9FB1-DD4A-42B5-AFB7-EFCC000DFBB2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972A-50BB-46F5-8564-1C0E553D1B11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9FB1-DD4A-42B5-AFB7-EFCC000DFBB2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972A-50BB-46F5-8564-1C0E553D1B11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9FB1-DD4A-42B5-AFB7-EFCC000DFBB2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972A-50BB-46F5-8564-1C0E553D1B11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9FB1-DD4A-42B5-AFB7-EFCC000DFBB2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972A-50BB-46F5-8564-1C0E553D1B11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9FB1-DD4A-42B5-AFB7-EFCC000DFBB2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972A-50BB-46F5-8564-1C0E553D1B11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9FB1-DD4A-42B5-AFB7-EFCC000DFBB2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972A-50BB-46F5-8564-1C0E553D1B11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9FB1-DD4A-42B5-AFB7-EFCC000DFBB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972A-50BB-46F5-8564-1C0E553D1B11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9FB1-DD4A-42B5-AFB7-EFCC000DFBB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6972A-50BB-46F5-8564-1C0E553D1B11}" type="slidenum">
              <a:rPr lang="en-IN" smtClean="0"/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FB9FB1-DD4A-42B5-AFB7-EFCC000DFBB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6972A-50BB-46F5-8564-1C0E553D1B11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66876"/>
          </a:xfrm>
        </p:spPr>
        <p:txBody>
          <a:bodyPr>
            <a:normAutofit/>
          </a:bodyPr>
          <a:lstStyle/>
          <a:p>
            <a:pPr algn="l"/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en-I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BankBot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AI Chatbot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54244"/>
            <a:ext cx="9144000" cy="1403555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Shravani Kambli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Technology: Python, Rasa, Flask, MySQL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09560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438399"/>
            <a:ext cx="9144000" cy="3765755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frequently ask repetitive banking questions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customer support causes: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Delays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High operational cost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Limited availability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intelligent solution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AI-based chatbot for instant responses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70039"/>
            <a:ext cx="10515600" cy="1415845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847816"/>
            <a:ext cx="5257800" cy="2306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AI-powered chatbot for banking queries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Available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24/7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Handles multiple users simultaneously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workload on customer support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Accessible via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interface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30710"/>
            <a:ext cx="10515600" cy="1396180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85684" y="2652075"/>
            <a:ext cx="959382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 customer query handling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instant responses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customer experience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 operational cost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 scalable chatbot system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11045"/>
            <a:ext cx="10515600" cy="1268361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662466"/>
            <a:ext cx="450956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chatbot using NLP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Handles multiple banking queries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 panel for training data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Retrain model from UI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responses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FAQ-based quick answers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374" y="727587"/>
            <a:ext cx="10515600" cy="580103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984955"/>
          </a:xfrm>
        </p:spPr>
        <p:txBody>
          <a:bodyPr>
            <a:no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sends message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⬇️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 detects intent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⬇️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entities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⬇️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request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⬇️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response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⬇️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query in database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92712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21658" y="2727484"/>
            <a:ext cx="3744595" cy="1938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 (HTML, CSS, JS)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 (Flask</a:t>
            </a:r>
            <a:r>
              <a:rPr kumimoji="0" lang="en-I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,Python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Chatbot Engine (Rasa)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(MySQL)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14054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Rasa NLP Components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74175" y="2487632"/>
            <a:ext cx="3171061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dirty="0"/>
              <a:t>1. Tokenizer</a:t>
            </a:r>
            <a:endParaRPr lang="en-IN" sz="24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dirty="0"/>
              <a:t>2. </a:t>
            </a:r>
            <a:r>
              <a:rPr lang="en-IN" sz="2400" dirty="0" err="1"/>
              <a:t>Featurizer</a:t>
            </a:r>
            <a:endParaRPr lang="en-US" sz="24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dirty="0"/>
              <a:t>3.Intent Classifier</a:t>
            </a:r>
            <a:endParaRPr lang="en-IN" sz="24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dirty="0"/>
              <a:t>4. Entity Extractor</a:t>
            </a:r>
            <a:endParaRPr lang="en-IN" sz="24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dirty="0"/>
              <a:t>5. Response Selector </a:t>
            </a:r>
            <a:endParaRPr lang="en-IN" sz="24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dirty="0"/>
              <a:t>6. Dialogue Manager</a:t>
            </a:r>
            <a:endParaRPr lang="en-IN" sz="24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dirty="0"/>
              <a:t>7. Fallback Mechanism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658360" y="46101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69693"/>
            <a:ext cx="10515600" cy="1325563"/>
          </a:xfrm>
        </p:spPr>
        <p:txBody>
          <a:bodyPr/>
          <a:lstStyle/>
          <a:p>
            <a:r>
              <a:rPr lang="en-IN" dirty="0"/>
              <a:t>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3031798"/>
            <a:ext cx="379943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Faster response time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Cost saving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Better customer satisfaction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Handles multiple users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1038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047999"/>
            <a:ext cx="10515600" cy="31289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Banking Customer Support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Call Center Automation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 Virtual Assistants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1840" y="702945"/>
            <a:ext cx="10515600" cy="838200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Achievements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16940" y="1338580"/>
            <a:ext cx="6263005" cy="1973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Fully working chatbot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interaction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Admin-controlled training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UI-based retraining (VERY IMPORTANT 🔥)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End-to-end system integration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itle 1"/>
          <p:cNvSpPr>
            <a:spLocks noGrp="1"/>
          </p:cNvSpPr>
          <p:nvPr/>
        </p:nvSpPr>
        <p:spPr>
          <a:xfrm>
            <a:off x="1085850" y="4038600"/>
            <a:ext cx="10515600" cy="7042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alt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IN" altLang="en-US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1"/>
          <p:cNvSpPr>
            <a:spLocks noGrp="1" noChangeArrowheads="1"/>
          </p:cNvSpPr>
          <p:nvPr/>
        </p:nvSpPr>
        <p:spPr bwMode="auto">
          <a:xfrm>
            <a:off x="916940" y="4528820"/>
            <a:ext cx="8974455" cy="941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Depends on training data quality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understanding of complex queries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4690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782529"/>
            <a:ext cx="8984226" cy="339443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Voice-based chatbot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WhatsApp integration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 support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bank API integration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improvements using LLMs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94735"/>
            <a:ext cx="10515600" cy="1327355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802193"/>
            <a:ext cx="10515600" cy="3374769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 improves banking experience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effort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instant support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efficient solution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0374"/>
            <a:ext cx="10515600" cy="502658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endParaRPr lang="en-IN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Thank You</a:t>
            </a:r>
            <a:endParaRPr lang="en-IN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1971</Words>
  <Application>WPS Presentation</Application>
  <PresentationFormat>Widescreen</PresentationFormat>
  <Paragraphs>122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SimSun</vt:lpstr>
      <vt:lpstr>Wingdings</vt:lpstr>
      <vt:lpstr>Times New Roman</vt:lpstr>
      <vt:lpstr>Microsoft YaHei</vt:lpstr>
      <vt:lpstr>Arial Unicode MS</vt:lpstr>
      <vt:lpstr>Calibri Light</vt:lpstr>
      <vt:lpstr>Calibri</vt:lpstr>
      <vt:lpstr>Office Theme</vt:lpstr>
      <vt:lpstr> 		Python BankBot – AI Chatbot </vt:lpstr>
      <vt:lpstr>Problem Statement </vt:lpstr>
      <vt:lpstr>Proposed Solution </vt:lpstr>
      <vt:lpstr>Project Objectives </vt:lpstr>
      <vt:lpstr>Key Features </vt:lpstr>
      <vt:lpstr>System Workflow </vt:lpstr>
      <vt:lpstr>Technologies used </vt:lpstr>
      <vt:lpstr>Rasa NLP Components</vt:lpstr>
      <vt:lpstr> Advantages</vt:lpstr>
      <vt:lpstr>Real-World Applications</vt:lpstr>
      <vt:lpstr>Key Achievements </vt:lpstr>
      <vt:lpstr>Future Scope </vt:lpstr>
      <vt:lpstr>Conclusion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Shravani Kambli</dc:creator>
  <cp:lastModifiedBy>Shravani Kambli</cp:lastModifiedBy>
  <cp:revision>55</cp:revision>
  <dcterms:created xsi:type="dcterms:W3CDTF">2026-03-30T07:15:00Z</dcterms:created>
  <dcterms:modified xsi:type="dcterms:W3CDTF">2026-03-31T12:40:00Z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EDB8C192E83042D78742BDF4B187F0A2_12</vt:lpwstr>
  </property>
</Properties>
</file>